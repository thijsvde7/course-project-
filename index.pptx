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project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Thijs van den Ende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2026-09-03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Variables:</a:t>
            </a:r>
          </a:p>
          <a:p>
            <a:pPr lvl="0"/>
            <a:r>
              <a:rPr/>
              <a:t>Explanatory variables: wt, hp</a:t>
            </a:r>
          </a:p>
          <a:p>
            <a:pPr lvl="0"/>
            <a:r>
              <a:rPr/>
              <a:t>Dependent variable: mpg</a:t>
            </a:r>
          </a:p>
          <a:p>
            <a:pPr lvl="0"/>
            <a:r>
              <a:rPr/>
              <a:t>Include interaction terms</a:t>
            </a:r>
          </a:p>
          <a:p>
            <a:pPr lvl="0" indent="0" marL="0">
              <a:buNone/>
            </a:pPr>
            <a:r>
              <a:rPr/>
              <a:t>Dependent variable can not be in the explanatory variables. After choosing variables, click submit button to generate the model.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 statistics of the generated model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862785478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781653"/>
                <a:gridCol w="928212"/>
                <a:gridCol w="864643"/>
                <a:gridCol w="801075"/>
                <a:gridCol w="1627462"/>
              </a:tblGrid>
              <a:tr h="3665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term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estimate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std.error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statistic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p.value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79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(Intercept)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49.80842343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3.60515580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13.815887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0.00000000000005005761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1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-8.21662430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1.26970814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-6.471270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0.00000051992872795832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86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-0.12010209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0.02469835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-4.862758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0.00004036243020675190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86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wt:hp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0.02784815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0.00741958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3.753332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0.00081083073737062529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Plots of the model generated</a:t>
            </a:r>
          </a:p>
        </p:txBody>
      </p:sp>
      <p:pic>
        <p:nvPicPr>
          <p:cNvPr descr="Course_Projec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relationship between two variables</a:t>
            </a:r>
          </a:p>
        </p:txBody>
      </p:sp>
      <p:pic>
        <p:nvPicPr>
          <p:cNvPr descr="Course_Project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This plot can only be shown with one predictor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project powerpoint</dc:title>
  <dc:creator>Thijs van den Ende</dc:creator>
  <cp:keywords/>
  <dcterms:created xsi:type="dcterms:W3CDTF">2026-09-03T14:54:45Z</dcterms:created>
  <dcterms:modified xsi:type="dcterms:W3CDTF">2026-09-03T14:54:45Z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2026-09-03</vt:lpwstr>
  </property>
  <property fmtid="{D5CDD505-2E9C-101B-9397-08002B2CF9AE}" pid="3" name="output">
    <vt:lpwstr>powerpoint_presentation</vt:lpwstr>
  </property>
</Properties>
</file>